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4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Project thesis — proposed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10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What we're arguing:</a:t>
            </a:r>
          </a:p>
          <a:p>
            <a:pPr>
              <a:lnSpc>
                <a:spcPts val="2600"/>
              </a:lnSpc>
              <a:spcAft>
                <a:spcPts val="10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GGM's workflow carries a real expert burden. Some of it suits an LLM agent, some is better as ordinary code, and some shouldn't be automated at all. The thesis works out which is which.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Six chapters. Chapter 5 is the main one — the rest builds up to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4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The six chapters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12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1.  Introduction</a:t>
            </a:r>
            <a:r>
              <a:rPr sz="1500" b="0" i="0">
                <a:solidFill>
                  <a:srgbClr val="666666"/>
                </a:solidFill>
                <a:latin typeface="Calibri"/>
              </a:rPr>
              <a:t>  —  the problem, the question, and what the thesis does and doesn't do</a:t>
            </a:r>
          </a:p>
          <a:p>
            <a:pPr>
              <a:lnSpc>
                <a:spcPts val="2600"/>
              </a:lnSpc>
              <a:spcAft>
                <a:spcPts val="12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2.  The Global Gas Model</a:t>
            </a:r>
            <a:r>
              <a:rPr sz="1500" b="0" i="0">
                <a:solidFill>
                  <a:srgbClr val="666666"/>
                </a:solidFill>
                <a:latin typeface="Calibri"/>
              </a:rPr>
              <a:t>  —  what it is, and where the manual work goes</a:t>
            </a:r>
          </a:p>
          <a:p>
            <a:pPr>
              <a:lnSpc>
                <a:spcPts val="2600"/>
              </a:lnSpc>
              <a:spcAft>
                <a:spcPts val="12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3.  LLM agents</a:t>
            </a:r>
            <a:r>
              <a:rPr sz="1500" b="0" i="0">
                <a:solidFill>
                  <a:srgbClr val="666666"/>
                </a:solidFill>
                <a:latin typeface="Calibri"/>
              </a:rPr>
              <a:t>  —  what they're good at, what they're not</a:t>
            </a:r>
          </a:p>
          <a:p>
            <a:pPr>
              <a:lnSpc>
                <a:spcPts val="2600"/>
              </a:lnSpc>
              <a:spcAft>
                <a:spcPts val="12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4.  Related work</a:t>
            </a:r>
            <a:r>
              <a:rPr sz="1500" b="0" i="0">
                <a:solidFill>
                  <a:srgbClr val="666666"/>
                </a:solidFill>
                <a:latin typeface="Calibri"/>
              </a:rPr>
              <a:t>  —  who's tried this on other models</a:t>
            </a:r>
          </a:p>
          <a:p>
            <a:pPr>
              <a:lnSpc>
                <a:spcPts val="2600"/>
              </a:lnSpc>
              <a:spcAft>
                <a:spcPts val="12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5.  Which GGM tasks fit</a:t>
            </a:r>
            <a:r>
              <a:rPr sz="1500" b="0" i="0">
                <a:solidFill>
                  <a:srgbClr val="666666"/>
                </a:solidFill>
                <a:latin typeface="Calibri"/>
              </a:rPr>
              <a:t>  —  the main chapter — the mapping and the reasoning</a:t>
            </a:r>
          </a:p>
          <a:p>
            <a:pPr>
              <a:lnSpc>
                <a:spcPts val="2600"/>
              </a:lnSpc>
              <a:spcAft>
                <a:spcPts val="12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6.  Conclusion</a:t>
            </a:r>
            <a:r>
              <a:rPr sz="1500" b="0" i="0">
                <a:solidFill>
                  <a:srgbClr val="666666"/>
                </a:solidFill>
                <a:latin typeface="Calibri"/>
              </a:rPr>
              <a:t>  —  what we'd build in the master's 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400"/>
              </a:lnSpc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What we'd like your view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16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1.  How narrow should the research question be?</a:t>
            </a:r>
          </a:p>
          <a:p>
            <a:pPr>
              <a:lnSpc>
                <a:spcPts val="2800"/>
              </a:lnSpc>
              <a:spcAft>
                <a:spcPts val="16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2.  Do you want a proof of concept, or is the exploration enough?</a:t>
            </a:r>
          </a:p>
          <a:p>
            <a:pPr>
              <a:lnSpc>
                <a:spcPts val="2800"/>
              </a:lnSpc>
              <a:spcAft>
                <a:spcPts val="16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3.  How much related work — a section, or a full chapter?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We've started a more detailed outline underneath this. Rather than asking “what should go in chapter 2”, we'd rather write it up properly and bring it to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39 — proposed project thesis structure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